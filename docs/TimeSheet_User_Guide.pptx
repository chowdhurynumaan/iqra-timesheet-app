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EEA"/>
                </a:solidFill>
              </a:defRPr>
            </a:pPr>
            <a:r>
              <a:t>📊 TimeSheet Attendance Dashboard - Complete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Upload reports → Detect month → Review data → Save to cloud → Edit as needed | All steps tracked with full audit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834640" cy="5394960"/>
          </a:xfrm>
          <a:prstGeom prst="rect">
            <a:avLst/>
          </a:prstGeom>
          <a:solidFill>
            <a:srgbClr val="F9F9F9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🚀 HOW TO USE (5 Steps)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1) Open: https://chowdhurynumaan.github.io/iqra-timesheet-app/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2) Select Month: Choose from dropdown (auto-populates)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3) Upload Report: Click Upload → Select Excel/CSV file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4) Review Data: Check employee cards, metrics, compare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5) Save: Click Save to Cloud → Confirm changes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✏️ BONUS: Click Edit on any card to modify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💡 Tip: Month auto-detected. Data in cloud forever. File not needed after save.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834640" cy="5394960"/>
          </a:xfrm>
          <a:prstGeom prst="rect">
            <a:avLst/>
          </a:prstGeom>
          <a:solidFill>
            <a:srgbClr val="FFF3CD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</a:defRPr>
            </a:pPr>
            <a:r>
              <a:t>⚠️ COMMON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404 Error: Hard refresh (Ctrl+F5). Site rebuilds in ~1 min.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Upload fails: Check file is .xls/.xlsx/.csv with headers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No month detected: Add "DD-MM-YYYY ~ DD-MM-YYYY" format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Data missing cols: Ensure columns: Date, Name, Hours, Late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Save doesn't work: Check internet. Open Console (F12)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❌ Firebase error: Clear cache. Check network tab.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✅ Still stuck? Open browser console (F12 key) for detailed error messages.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2834640" cy="539496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F3"/>
                </a:solidFill>
              </a:defRPr>
            </a:pPr>
            <a:r>
              <a:t>✨ 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📊 Analytics: Attendance %, late mins, dept summaries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📅 Smart Detection: Auto-detects month from file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🔄 Merge Logic: Shows NEW/MODIFIED/UNCHANGED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📋 Daily Breakdown: Punch times per employee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📈 Charts: Visual trends (Chart.js powered)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🖨️ Export: CSV, Excel, or print format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🔐 Secure Cloud: Encrypted in Firebase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📝 Audit Trail: All edits logged with timestamps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🧹 Cleanup: Remove duplicates with one click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⚙️ Settings: Customize work hours per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📌 Remember: All edits tracked | Cloud keeps history | Old files safe in GitHub | Settings per month | Questions? Open browser console (F12) for detailed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