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📊 TimeSheet Dashboard - Visual User Guide</a:t>
            </a:r>
          </a:p>
        </p:txBody>
      </p:sp>
      <p:pic>
        <p:nvPicPr>
          <p:cNvPr id="3" name="Picture 2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595360" cy="1790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6459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⬆️ 5-STEP WORKFLOW - Follow arrows from left to right</a:t>
            </a:r>
          </a:p>
        </p:txBody>
      </p:sp>
      <p:pic>
        <p:nvPicPr>
          <p:cNvPr id="5" name="Picture 4" descr="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65960"/>
            <a:ext cx="2834640" cy="4297680"/>
          </a:xfrm>
          <a:prstGeom prst="rect">
            <a:avLst/>
          </a:prstGeom>
        </p:spPr>
      </p:pic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965960"/>
            <a:ext cx="2834640" cy="4297680"/>
          </a:xfrm>
          <a:prstGeom prst="rect">
            <a:avLst/>
          </a:prstGeom>
        </p:spPr>
      </p:pic>
      <p:pic>
        <p:nvPicPr>
          <p:cNvPr id="7" name="Picture 6" descr="featu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965960"/>
            <a:ext cx="28346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🔗 https://chowdhurynumaan.github.io/iqra-timesheet-app/  |  💾 All data saved to cloud with audit trail  |  ✅ Works: Chrome, Firefox, Safari, 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